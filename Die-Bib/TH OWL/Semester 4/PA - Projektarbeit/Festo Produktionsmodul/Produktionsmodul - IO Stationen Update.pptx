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1"/>
  </p:sldMasterIdLst>
  <p:notesMasterIdLst>
    <p:notesMasterId r:id="rId10"/>
  </p:notesMasterIdLst>
  <p:sldIdLst>
    <p:sldId id="256" r:id="rId2"/>
    <p:sldId id="263" r:id="rId3"/>
    <p:sldId id="264" r:id="rId4"/>
    <p:sldId id="267" r:id="rId5"/>
    <p:sldId id="265" r:id="rId6"/>
    <p:sldId id="258" r:id="rId7"/>
    <p:sldId id="260" r:id="rId8"/>
    <p:sldId id="26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3" d="100"/>
          <a:sy n="12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2E184-30F4-4A5A-8624-E1617D2F1452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C2175-A450-4C23-8D50-A3BCC0B843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14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54A06-CD6C-46DB-8B82-8998C5FDE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79DC06-C958-4B49-8A55-11343AB27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152608-048D-43C4-A059-2D3B2159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B5DBF7-9B81-407F-8870-5CCA3EFA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1BEC4-81AA-492B-9A6C-0441E923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19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659C9-5BAA-4BB5-84EE-A6CD43E9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B7466-5635-4B19-B56C-C52354506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E958A3-1662-4668-9F72-8BDF02A3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01F42C-1ADE-4635-B778-410F95C3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3D05B7-4BB7-49E2-80E3-B55FD71E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76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9E6E4-3ACE-4004-ABBD-95CC1A2A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D8697E-B912-48F1-9B39-B2B3B1248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EC721C-31CE-4016-BFD2-DEB20D49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C5784E-6B1B-4AD6-A041-EFC5C4CE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3C2AAD-9777-491E-9DFB-0A67D8B2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20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441F16-39A5-400E-9CD8-92067BBB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21CB0E-29CA-4568-B6C6-9FB234260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FC9103-F1CC-4605-95E0-1F4F565F8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87CA81-A99D-4922-8C72-564AC5B2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1CB695-9CC3-4A80-BE23-E8EA769C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3AA864-D7AF-45EB-9A35-55003A3D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64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BC5BF2-7ED1-4FC5-B0C1-7E8D433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542C59-D1E7-495C-AA1A-0DC7380A9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C5A190-93C4-4EE7-BD61-30EB2B90C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D6DC03-EBCF-40F4-BDEE-D7134C00D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D3A8D03-16D7-415D-9ABC-520DAA61C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F39F7CB-F393-424F-AC7C-D87FEA9F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24DAF4-3286-4AEE-8B33-F29320AE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5252773-03D7-4C08-B20D-E4238CBF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68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2E6B6-847E-4F96-B447-A78F3806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CF3C9D3-F6F2-496D-9FBD-1C4D816A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87DC2B-6A08-49A9-9361-9D481F4A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B019A9-223F-478E-BFA4-83D5AE53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60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3975F3-788A-4A3B-8E06-52DD1CC8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290197-EFD9-41B4-B96F-021BA5CF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AEE5C9-7950-4120-AC64-309FB0C7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34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A0D48-C7E4-41B4-968F-69EBFF72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3A1E21-B928-4426-BE55-4C6136C9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0F251A-A048-47CD-84DB-423E79820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5042D6-D489-487C-9DDD-17C774D6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7FB9E0-C8F3-4961-8E42-6ADEB785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230359-2012-4BFC-B5ED-41C22522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362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726FD-BC3D-4402-8A21-969E5E2A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E24B7E-792F-4CC5-A8F2-481FFD5A8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36D966-9333-4DFF-B796-D38AA67BF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2AF238-2D64-4E47-A613-786D63BA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BECF7F-CE30-4F1C-B9EA-AC457F87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B71DFC-B127-4806-AD17-CAA2136A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8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28F2-2EDD-4722-8EE0-93F782D2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BBCB86-720E-4E05-BACC-ACB973557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3C9BFF-DE56-4F1B-B3C1-9A23E3EE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CBD0C2-559C-47FC-959A-928CAA5C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684CA1-C902-4CB6-B1E5-2BF1BAEF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64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C910435-DDDD-415B-BBAE-364C53C4A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8A5A94-3467-4549-A37C-54BA7E895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FBA5E6-02FA-4786-A53A-F034DA8D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FE9E0D-B190-44E1-B5E9-EEC3D9FB6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A564C-C591-4B81-BF3C-283B1F62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33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BEEFAB6-EF0A-4FFE-B69E-CC27BA4E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1BBF71-320B-4364-9073-8ADED2DC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34BD41-0174-4BFC-A6D0-CD2F49BFF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3BA5E0-962C-47FD-A7A9-AC94DC49C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16B0AE-31CE-4966-A06F-4FC34CD06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6A9E6-2BDB-4F07-8F7B-141096079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2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BE069A-C284-4E5D-96E7-C417CE751C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Festo-Produktionsmodul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5C1537-25B7-4FE2-AA5A-1D509FFB1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Update der I/O-Stationen</a:t>
            </a:r>
          </a:p>
        </p:txBody>
      </p:sp>
    </p:spTree>
    <p:extLst>
      <p:ext uri="{BB962C8B-B14F-4D97-AF65-F5344CB8AC3E}">
        <p14:creationId xmlns:p14="http://schemas.microsoft.com/office/powerpoint/2010/main" val="4218793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B760C-6FF5-49D6-A083-16A85B3E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F09275-83C2-4164-B605-05C52D7F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Bestandsaufnahme</a:t>
            </a:r>
          </a:p>
          <a:p>
            <a:pPr lvl="1"/>
            <a:r>
              <a:rPr lang="de-DE" dirty="0"/>
              <a:t>Überblick</a:t>
            </a:r>
          </a:p>
          <a:p>
            <a:pPr lvl="1"/>
            <a:r>
              <a:rPr lang="de-DE" dirty="0"/>
              <a:t>I/Os pro Band</a:t>
            </a:r>
          </a:p>
          <a:p>
            <a:r>
              <a:rPr lang="de-DE" dirty="0"/>
              <a:t>Konzept</a:t>
            </a:r>
          </a:p>
          <a:p>
            <a:pPr lvl="1"/>
            <a:r>
              <a:rPr lang="de-DE" dirty="0"/>
              <a:t>Unterteilung der Anlage</a:t>
            </a:r>
          </a:p>
          <a:p>
            <a:pPr lvl="1"/>
            <a:r>
              <a:rPr lang="de-DE" dirty="0"/>
              <a:t>Signale je Band</a:t>
            </a:r>
          </a:p>
          <a:p>
            <a:r>
              <a:rPr lang="de-DE" dirty="0"/>
              <a:t>IO-Stationen</a:t>
            </a:r>
          </a:p>
          <a:p>
            <a:pPr lvl="1"/>
            <a:r>
              <a:rPr lang="de-DE" dirty="0"/>
              <a:t>Phoenix Contact – </a:t>
            </a:r>
            <a:r>
              <a:rPr lang="de-DE" dirty="0" err="1"/>
              <a:t>Axioline</a:t>
            </a:r>
            <a:endParaRPr lang="de-DE" dirty="0"/>
          </a:p>
          <a:p>
            <a:pPr lvl="1"/>
            <a:r>
              <a:rPr lang="de-DE" dirty="0"/>
              <a:t>Weidmüller – u-remote</a:t>
            </a:r>
          </a:p>
          <a:p>
            <a:pPr lvl="1"/>
            <a:r>
              <a:rPr lang="de-DE" dirty="0"/>
              <a:t>WAGO – 750-Serie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5FFD81-DC88-EFFA-E974-C7254AA4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428AD3-CE32-B753-6AFB-5E12C58E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8416B1-01B1-FC35-0831-920EF6E3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33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E593A-6856-4915-B557-4F4617961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Bestandsaufnahme</a:t>
            </a:r>
            <a:br>
              <a:rPr lang="de-DE" dirty="0"/>
            </a:br>
            <a:r>
              <a:rPr lang="de-DE" sz="3200" dirty="0"/>
              <a:t>Überblick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C5CC5D-902E-4A88-93E4-1D068B8C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3 x Transportbänder</a:t>
            </a:r>
          </a:p>
          <a:p>
            <a:r>
              <a:rPr lang="de-DE" dirty="0"/>
              <a:t>Zuführung</a:t>
            </a:r>
          </a:p>
          <a:p>
            <a:r>
              <a:rPr lang="de-DE" dirty="0"/>
              <a:t>Höhenmessung</a:t>
            </a:r>
          </a:p>
          <a:p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(2 x RFID lesen/schreiben)</a:t>
            </a:r>
          </a:p>
          <a:p>
            <a:r>
              <a:rPr lang="de-DE" dirty="0"/>
              <a:t>Transpondererkennung</a:t>
            </a:r>
          </a:p>
          <a:p>
            <a:r>
              <a:rPr lang="de-DE" dirty="0"/>
              <a:t>Wendeeinheit</a:t>
            </a:r>
          </a:p>
          <a:p>
            <a:r>
              <a:rPr lang="de-DE" dirty="0"/>
              <a:t>Ausschleusung</a:t>
            </a:r>
          </a:p>
          <a:p>
            <a:r>
              <a:rPr lang="de-DE" dirty="0"/>
              <a:t>Rückführung</a:t>
            </a:r>
          </a:p>
          <a:p>
            <a:r>
              <a:rPr lang="de-DE" dirty="0"/>
              <a:t>3x Signalisierung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3D894F7-A934-432A-B244-B7E1A45AC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936" y="3681065"/>
            <a:ext cx="7621064" cy="249589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A8CB66-0F96-5E0D-6326-892A63B2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6D10-F2D1-86AB-EE12-68D69BA6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ED96BB-0C6F-B740-FDC9-8FA05F84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57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04D88-CBF7-4FD9-A2B4-451D4D27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  <a:br>
              <a:rPr lang="de-DE" dirty="0"/>
            </a:br>
            <a:r>
              <a:rPr lang="de-DE" sz="3200" dirty="0"/>
              <a:t>Unterteilung der Anlage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A11767-3F86-429C-9299-A0D35457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Unterteilung der Anlage in drei Einheiten</a:t>
            </a:r>
          </a:p>
          <a:p>
            <a:pPr lvl="1"/>
            <a:r>
              <a:rPr lang="de-DE" dirty="0"/>
              <a:t>Band 1</a:t>
            </a:r>
          </a:p>
          <a:p>
            <a:pPr lvl="1"/>
            <a:r>
              <a:rPr lang="de-DE" dirty="0"/>
              <a:t>Band 2</a:t>
            </a:r>
          </a:p>
          <a:p>
            <a:pPr lvl="1"/>
            <a:r>
              <a:rPr lang="de-DE" dirty="0"/>
              <a:t>Band 3 (inkl. Rückführung)</a:t>
            </a:r>
          </a:p>
          <a:p>
            <a:r>
              <a:rPr lang="de-DE" dirty="0"/>
              <a:t>Eine PLC je Band</a:t>
            </a:r>
          </a:p>
          <a:p>
            <a:r>
              <a:rPr lang="de-DE" dirty="0"/>
              <a:t>Querkommunikation via OPC UA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4CF9DB-8B84-294A-B2F6-5606FDB9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C9ED95-F61A-96E2-8A89-0BEDA7DD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C. Wittenbröker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B68968-6B39-A5BC-A46F-340E968F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851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D6744-C8A6-4154-9285-672C9C2C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Neues Konzept</a:t>
            </a:r>
            <a:br>
              <a:rPr lang="de-DE" dirty="0"/>
            </a:br>
            <a:r>
              <a:rPr lang="de-DE" sz="3200" dirty="0"/>
              <a:t>Signale je Band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17386-D693-465B-88C5-94E636139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Band 1</a:t>
            </a:r>
          </a:p>
          <a:p>
            <a:pPr lvl="1"/>
            <a:r>
              <a:rPr lang="de-DE" dirty="0"/>
              <a:t>6 digitale Eingänge</a:t>
            </a:r>
          </a:p>
          <a:p>
            <a:pPr lvl="1"/>
            <a:r>
              <a:rPr lang="de-DE" dirty="0"/>
              <a:t>9 digitale Ausgänge</a:t>
            </a:r>
          </a:p>
          <a:p>
            <a:pPr lvl="1"/>
            <a:r>
              <a:rPr lang="de-DE" dirty="0"/>
              <a:t>1 analoger Eingang (4..20 mA)</a:t>
            </a:r>
          </a:p>
          <a:p>
            <a:r>
              <a:rPr lang="de-DE" dirty="0"/>
              <a:t>Band 2</a:t>
            </a:r>
          </a:p>
          <a:p>
            <a:pPr lvl="1"/>
            <a:r>
              <a:rPr lang="de-DE" dirty="0"/>
              <a:t>11 digitale Eingänge</a:t>
            </a:r>
          </a:p>
          <a:p>
            <a:pPr lvl="1"/>
            <a:r>
              <a:rPr lang="de-DE" dirty="0"/>
              <a:t>13 digitale Ausgänge</a:t>
            </a:r>
          </a:p>
          <a:p>
            <a:r>
              <a:rPr lang="de-DE" dirty="0"/>
              <a:t>Band 3</a:t>
            </a:r>
          </a:p>
          <a:p>
            <a:pPr lvl="1"/>
            <a:r>
              <a:rPr lang="de-DE" dirty="0"/>
              <a:t>8 digitale Eingänge</a:t>
            </a:r>
          </a:p>
          <a:p>
            <a:pPr lvl="1"/>
            <a:r>
              <a:rPr lang="de-DE" dirty="0"/>
              <a:t>11 digitale Ausgänge</a:t>
            </a:r>
          </a:p>
          <a:p>
            <a:pPr lvl="1"/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42AD8C-98C2-4FB3-A097-5D3868B72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936" y="3681065"/>
            <a:ext cx="7621064" cy="2495898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F12D2E-7D96-8F8A-5561-F336E32C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4841C0-9305-7ADB-E7C1-39AA6496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096C78-FF55-D83F-DB42-85883BD4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92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10511BDF-AA64-4C20-BC03-98980CEF4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3" t="7856" r="11767" b="14313"/>
          <a:stretch/>
        </p:blipFill>
        <p:spPr>
          <a:xfrm>
            <a:off x="6985000" y="2790297"/>
            <a:ext cx="4368800" cy="3386666"/>
          </a:xfr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DF4BA165-9FD3-4D5E-B889-F5DB5CD6C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Recherche-Ergebnis</a:t>
            </a:r>
            <a:br>
              <a:rPr lang="de-DE" dirty="0"/>
            </a:br>
            <a:r>
              <a:rPr lang="de-DE" sz="3200" dirty="0"/>
              <a:t>Phoenix Contact - </a:t>
            </a:r>
            <a:r>
              <a:rPr lang="de-DE" sz="3200" dirty="0" err="1"/>
              <a:t>Axioline</a:t>
            </a:r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97DD039-A406-430E-8FCD-3C18EF58C95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Axioline</a:t>
            </a:r>
            <a:r>
              <a:rPr lang="de-DE" dirty="0"/>
              <a:t> Control AXC F 1152</a:t>
            </a:r>
          </a:p>
          <a:p>
            <a:r>
              <a:rPr lang="de-DE" dirty="0"/>
              <a:t>Digitale I/Os mit Mehrleiter-Anschluss</a:t>
            </a:r>
          </a:p>
          <a:p>
            <a:pPr lvl="1"/>
            <a:r>
              <a:rPr lang="de-DE" dirty="0"/>
              <a:t>AXL F DI16/4 2F</a:t>
            </a:r>
          </a:p>
          <a:p>
            <a:pPr lvl="1"/>
            <a:r>
              <a:rPr lang="de-DE" dirty="0"/>
              <a:t>AXL F DO16/3 2F</a:t>
            </a:r>
          </a:p>
          <a:p>
            <a:r>
              <a:rPr lang="de-DE" dirty="0"/>
              <a:t>Analoge I/Os</a:t>
            </a:r>
          </a:p>
          <a:p>
            <a:pPr lvl="1"/>
            <a:r>
              <a:rPr lang="de-DE" dirty="0"/>
              <a:t>AXL F AI2 AO2 1H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E45957-BE60-3A80-DA12-FD1951B6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DAF5CC-C96E-1EFE-1531-A7C71E5E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B5662C-4B88-77BE-BF1B-24A34DE6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751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9DA95B1-B1D3-4FD7-923B-50963972E79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uControl</a:t>
            </a:r>
            <a:r>
              <a:rPr lang="de-DE" dirty="0"/>
              <a:t> UC20-WL2000-AC </a:t>
            </a:r>
          </a:p>
          <a:p>
            <a:r>
              <a:rPr lang="de-DE" dirty="0"/>
              <a:t>Digitale I/Os mit Mehrleiter-Anschluss</a:t>
            </a:r>
          </a:p>
          <a:p>
            <a:pPr lvl="1"/>
            <a:r>
              <a:rPr lang="de-DE" dirty="0"/>
              <a:t>2x UR20-DI8-P-3W</a:t>
            </a:r>
          </a:p>
          <a:p>
            <a:pPr lvl="1"/>
            <a:r>
              <a:rPr lang="de-DE" dirty="0"/>
              <a:t>2x UR20-DO8-P</a:t>
            </a:r>
          </a:p>
          <a:p>
            <a:r>
              <a:rPr lang="de-DE" dirty="0"/>
              <a:t>Analoge I/Os </a:t>
            </a:r>
          </a:p>
          <a:p>
            <a:pPr lvl="1"/>
            <a:r>
              <a:rPr lang="de-DE" dirty="0"/>
              <a:t>UR20-2AI-UI-16(-DIAG)</a:t>
            </a:r>
          </a:p>
          <a:p>
            <a:r>
              <a:rPr lang="de-DE" dirty="0"/>
              <a:t>Endklemme</a:t>
            </a:r>
          </a:p>
          <a:p>
            <a:pPr lvl="1"/>
            <a:r>
              <a:rPr lang="de-DE" dirty="0"/>
              <a:t>UR20-EBK-ACC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145C1B7-ECCE-4DBD-8A8A-BF937A16A43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Recherche-Ergebnis</a:t>
            </a:r>
            <a:br>
              <a:rPr lang="de-DE" dirty="0"/>
            </a:br>
            <a:r>
              <a:rPr lang="de-DE" sz="3200" dirty="0"/>
              <a:t>Weidmüller – u-remote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D950292D-F291-44F6-A17B-3AAE72FC1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5" t="27201" r="31565" b="26950"/>
          <a:stretch/>
        </p:blipFill>
        <p:spPr>
          <a:xfrm>
            <a:off x="8091299" y="3044963"/>
            <a:ext cx="3262501" cy="3132000"/>
          </a:xfr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4FB334-FB66-9D7A-520A-BE7DC896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347EF0-7C1B-2608-CD5C-2F2A610C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5D7D20-C7B9-E478-3AB6-6CBDF5FD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58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9DA95B1-B1D3-4FD7-923B-50963972E79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WAGO Control PFC100</a:t>
            </a:r>
          </a:p>
          <a:p>
            <a:r>
              <a:rPr lang="de-DE" dirty="0"/>
              <a:t>Digitale I/Os mit Mehrleiter-Anschluss</a:t>
            </a:r>
          </a:p>
          <a:p>
            <a:pPr lvl="1"/>
            <a:r>
              <a:rPr lang="de-DE" dirty="0"/>
              <a:t>2x 750-1415 (8 DI, 2W)</a:t>
            </a:r>
          </a:p>
          <a:p>
            <a:pPr lvl="1"/>
            <a:r>
              <a:rPr lang="de-DE" dirty="0"/>
              <a:t>2x 750-1515 (8 DO, 2W)</a:t>
            </a:r>
          </a:p>
          <a:p>
            <a:r>
              <a:rPr lang="de-DE" dirty="0"/>
              <a:t>Analoge I/Os </a:t>
            </a:r>
          </a:p>
          <a:p>
            <a:pPr lvl="1"/>
            <a:r>
              <a:rPr lang="de-DE" dirty="0"/>
              <a:t>1x 750-454 (2 AI, 4..20 mA)</a:t>
            </a:r>
          </a:p>
          <a:p>
            <a:r>
              <a:rPr lang="de-DE" dirty="0"/>
              <a:t>Endklemme</a:t>
            </a:r>
          </a:p>
          <a:p>
            <a:pPr lvl="1"/>
            <a:r>
              <a:rPr lang="de-DE" dirty="0"/>
              <a:t>750-600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145C1B7-ECCE-4DBD-8A8A-BF937A16A43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Recherche-Ergebnis</a:t>
            </a:r>
            <a:br>
              <a:rPr lang="de-DE" dirty="0"/>
            </a:br>
            <a:r>
              <a:rPr lang="de-DE" sz="3200" dirty="0"/>
              <a:t>WAGO – 750-Serie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AA6E767-FF21-8A7E-3D8B-0063FF48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09.05.2025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620535-F84D-AFA1-6774-B6CDD23F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C. Wittenbröker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5FE6DF-E2AF-2DAF-7720-53EF7531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A9E6-2BDB-4F07-8F7B-141096079DE3}" type="slidenum">
              <a:rPr lang="de-DE" smtClean="0"/>
              <a:t>8</a:t>
            </a:fld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1355FE9-84BE-8DF1-C728-0004A50C1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4" r="14117" b="12829"/>
          <a:stretch/>
        </p:blipFill>
        <p:spPr>
          <a:xfrm>
            <a:off x="7986043" y="3044963"/>
            <a:ext cx="3367757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1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266</Words>
  <Application>Microsoft Office PowerPoint</Application>
  <PresentationFormat>Breitbild</PresentationFormat>
  <Paragraphs>87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</vt:lpstr>
      <vt:lpstr>Festo-Produktionsmodul</vt:lpstr>
      <vt:lpstr>Inhalt</vt:lpstr>
      <vt:lpstr>Bestandsaufnahme Überblick</vt:lpstr>
      <vt:lpstr>Konzept Unterteilung der Anlage</vt:lpstr>
      <vt:lpstr>Neues Konzept Signale je Band</vt:lpstr>
      <vt:lpstr>Recherche-Ergebnis Phoenix Contact - Axioline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 Stationen</dc:title>
  <dc:creator>SHK-newell</dc:creator>
  <cp:lastModifiedBy>Christian Wittenbröker</cp:lastModifiedBy>
  <cp:revision>38</cp:revision>
  <dcterms:created xsi:type="dcterms:W3CDTF">2025-04-03T10:24:02Z</dcterms:created>
  <dcterms:modified xsi:type="dcterms:W3CDTF">2026-05-02T19:29:46Z</dcterms:modified>
</cp:coreProperties>
</file>